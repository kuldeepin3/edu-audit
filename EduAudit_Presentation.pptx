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AI-POWERED AUDITING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EduAudit AI</a:t>
            </a:r>
          </a:p>
          <a:p>
            <a:pPr>
              <a:spcBef>
                <a:spcPts val="800"/>
              </a:spcBef>
              <a:defRPr sz="2200">
                <a:solidFill>
                  <a:srgbClr val="06B6D4"/>
                </a:solidFill>
              </a:defRPr>
            </a:pPr>
            <a:r>
              <a:t>Intelligent Campus Infrastructure Auditing &amp; Defect Detection System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Automated Computer Vision Verification (YOLOv11) &amp; Contextual Local RAG Assistant (Qdrant + LLaMA 3.2)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Final Year Academic Project Presentation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Domain: Computer Vision, Large Language Models (RAG), Full-Stack Systems &amp;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MOTIVATION &amp; CHALLENGES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Infrastructure Auditing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1. Slow Manual Audits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Manual inspection is labor-intensive and paper-bound.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 turnaround time between problem reporting and repair dispatch.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Critical hazards (electrical, water leakage) go unnoticed for weeks.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Lack of transparency for students and faculty.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17720" y="1645920"/>
            <a:ext cx="29260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2. Fake &amp; Unverified Reports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Open reporting channels suffer from spam and fake photos.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Auditors waste significant time manually vetting photos.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automated bounding box verification of reported damage.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Duplicate complaints create confusion and backlog.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45920"/>
            <a:ext cx="2926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3. Information Silos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Administrators cannot search complaint logs intelligently.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Traditional SQL keyword search misses synonyms and context.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automated analytics on recurring maintenance hotspots.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Lack of real-time audit trail and SLA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OVERVIEW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EduAudit Solution: End-to-End AI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📸 AI Vision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Instant damage detection using YOLOv11-Nano.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Identifies damage classes: Washroom, Furniture, Hazards, Sanitation.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Draws bounding boxes &amp; calculates confidence score.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Rejects spam/blurry images with &lt;25% confidence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17720" y="1645920"/>
            <a:ext cx="2926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🤖 Offline RAG Chatbot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Auditors query complaints in conversational natural language.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Powered by Qdrant Vector DB &amp; Ollama (LLaMA 3.2).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Semantic retrieval finds concepts ('smashed desk' → 'broken furniture').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100% private, self-hosted, and zero-hallucination.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4592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📊 Auditor Command Center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Centralized dashboard for tracking complaint lifecycle.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Interactive status workflows: Pending → In Progress → Resolved.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Voice note dictation for citizen ease of reporting.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Containerized with Docker for seamless cross-platform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DESIGN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Decoupled 3-Tier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1920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Frontend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Next.js 14 (App Router)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&amp; TypeScript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TailwindCSS Styling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Voice Note Speech API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Bounding Box Canvas overlay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Optimized for mobile citizens and desktop auditors.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1880" y="16459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74520"/>
            <a:ext cx="1920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Backend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(Asynchronous Python)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High-throughput REST API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Celery Distributed Workers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Redis Message Broker &amp; Cache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JWT Authentication &amp; RBAC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Robust error handling and rate limiting.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1920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Data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PostgreSQL (pgvector + PostGIS)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ACID Relational Source of Truth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Qdrant Vector Database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High-dimensional vector storage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Docker Volume persistence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Encrypted backups &amp; schema migrations.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64592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7452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AI Engine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YOLOv11-Nano Object Detection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 trained weights (.pt)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Ollama local LLM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nomic-embed-text for embeddings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llama3.2 for answer synthesis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Completely self-hosted &amp;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YOLOv11-Nano Defect Detection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Why YOLOv11 &amp; Object Detection?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Single-Stage Detection: Processes the entire image in a single pass for ultra-low latency.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Object Detection vs Classification: Instead of just labeling the image, YOLO outputs precise coordinates [x1, y1, x2, y2].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Nano Architecture (yolo11n): Extremely small parameter size (~5.4 MB weights) optimized for CPU/GPU inference.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Custom Domain Classes: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 • washroom_damage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 • broken_furniture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 • campus_hazard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 • poor_sanitation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Inference &amp; Validation Workflow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Image Ingestion: Frontend captures image and dispatches multipart request to POST /vision/analyze.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Preprocessing &amp; Inference: FastAPI loads cv_models/yolov11_nano.pt and runs inference via Ultralytics API.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Confidence Thresholding: Detections below 25% (0.25) are filtered out to eliminate false positives.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JSON Payload Response: Coordinates &amp; confidence scores returned to Next.js; frontend draws boxes on Canvas.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5. Audit Record Creation: Bounding box metadata stored in PostgreSQL alongside complaint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NATURAL LANGUAGE PROCESSING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RAG Pipeline (Qdrant + Ollama)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Step 1: Embedding &amp; Ingestion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Text Representation: Complaint descriptions are extracted upon submission.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Vectorization: Passed to Ollama nomic-embed-text to create dense 768-dimensional embeddings.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Vector Indexing: Stored in Qdrant collection (eduaudit_complaints).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Semantic Encoding: Captures meaning and context rather than static keywords.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Step 2: Semantic Retrieval &amp; Generation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User Query: Auditor asks 'How many washroom issues in Block A?'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Query Vectorization: Ollama embeds query in real time.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Cosine Similarity Search: Qdrant matches nearest complaint vectors.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Context Injection: Top-K matching complaints retrieved from PostgreSQL.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LLM Synthesis: Ollama llama3.2 reads context + query and returns precise, evidence-grounded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MANAGEMENT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Dual Database Strategy: PostgreSQL + Qdrant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PostgreSQL (Relational Store)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Role: System Source of Truth &amp; Transaction Engine.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Stores: User auth credentials, complaint status, timestamps, audit logs, file paths.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 Strengths: ACID compliance, relational joins, structured queries, data integrity.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Status Management: Pending → In Progress → Resolved.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Port: 5433 (Mapped via Docker Volume pgdata).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Qdrant (Vector Database)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Role: High-dimensional Semantic Search Engine.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Stores: Dense mathematical vector embeddings of complaint descriptions.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 Strengths: Sub-millisecond ANN (Approximate Nearest Neighbor) cosine search.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Solves: Vocabulary mismatch problem ('smashed table' matches 'broken desk').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Port: 6333 (Mapped via Docker Volume qdrant_storage).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PROCESS LIFECYCLE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End-to-End Complaint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017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Report Submission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Citizen uploads photo &amp; voice note via Next.js web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3017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Vision AI Check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runs YOLOv11; calculates confidence &amp; bounding 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017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Relational Storage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Complaint &amp; detection metadata stored in PostgreSQL.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3017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4. Vector Indexing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Ollama nomic-embed-text generates vector; stored in Qdrant.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931920"/>
            <a:ext cx="3017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5. Auditor Review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Auditor views flagged issues &amp; updates resolution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931920"/>
            <a:ext cx="3017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6. AI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Auditor queries RAG chatbot for analytics and instant summaries.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PERFORMANCE &amp; VERIFICATION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Highlights &amp; Key Differentiators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High Vision Accuracy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Demonstrated detection accuracy up to 91.3% on campus damage samples.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Real-time bounding box visualization for immediate user feedback.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Strict confidence filtering eliminates nuisance submissions.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Multi-defect detection capabilities in single image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17720" y="1645920"/>
            <a:ext cx="2926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100% Offline &amp; Private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reliance on proprietary external APIs (e.g., OpenAI API).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cloud subscription costs and zero API rate-limit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All sensitive campus infrastructure images remain strictly on-premise.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Complete data sovereignty and regulatory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4592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Production Ready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Fully containerized with Docker and Docker Compose.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Decoupled asynchronous architecture prevents UI blocking.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Built-in Redis caching and Celery background workers.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Clean, mobile-responsive UI designed for accessibility.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ROADMAP &amp; CONCLUSION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Future Enhancements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Future Scope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🚁 Drone-Assisted Audits: Automated aerial sweeps of roofs and high-voltage structures.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🗺️ Geospatial Heatmaps: Predictive maintenance forecasting based on GIS location trends.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💰 Automated Cost Estimator: Generating repair budget estimations based on detected damage area.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📲 Push Notifications &amp; SMS: Real-time SMS status updates to reporting citizens via MSG91.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Conclusion &amp; Summary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EduAudit transforms traditional, error-prone manual audits into an automated, AI-driven workflow.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Combines state-of-the-art Computer Vision (YOLOv11) with local Generative AI (RAG).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Provides unmatched transparency, rapid issue triage, and actionable administrative insights.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 scalable, cost-effective blueprint for modern smart campus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51960" y="2011680"/>
            <a:ext cx="36576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DEMO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>
                <a:solidFill>
                  <a:srgbClr val="06B6D4"/>
                </a:solidFill>
              </a:defRPr>
            </a:pPr>
            <a:r>
              <a:t>Questions &amp; Demonstration</a:t>
            </a:r>
          </a:p>
          <a:p>
            <a:pPr algn="ctr"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EduAudit AI — Intelligent Campus Auditing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